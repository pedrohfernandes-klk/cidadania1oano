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84c2df7-db4d-065d-fd12-b7d3a7725cc7}">
          <p14:sldIdLst>
            <p14:sldId id="256"/>
            <p14:sldId id="257"/>
          </p14:sldIdLst>
        </p14:section>
        <p14:section name="Sísifo" id="{dfb651bf-653b-c0bf-9562-9317df4c71bb}">
          <p14:sldIdLst>
            <p14:sldId id="258"/>
            <p14:sldId id="259"/>
            <p14:sldId id="260"/>
          </p14:sldIdLst>
        </p14:section>
        <p14:section name="Marina Abramović" id="{1fcd88b4-6f6b-63ab-cbb8-709282735447}">
          <p14:sldIdLst>
            <p14:sldId id="261"/>
            <p14:sldId id="262"/>
            <p14:sldId id="263"/>
            <p14:sldId id="264"/>
          </p14:sldIdLst>
        </p14:section>
        <p14:section name="Fecho" id="{83b9fe9e-3022-4f9e-e59a-8e5660f9519c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min. Fio da aula: depois de «o que vemos», agora «o que somos». Sísifo mostra o ser humano a dar sentido a um esforço sem fim; Marina Abramović mostra o que acontece quando um corpo fica nas mãos dos outros e quando duas pessoas apenas se olham. Termina na dignidade (artigo 1.º da DUDH) e nas perguntas para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0–5 min. Ler três entradas do diário (com autorização). Hoje muda a pergunta: já não «como sabemos», mas «o que é isto de ser humano», com duas figuras: um mito grego e uma artista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5–10 min. Contar o mito, não ler. Perguntar: «Qual é a pior parte do castigo: o peso, ou saber que nunca acaba?» A maioria escolhe a segunda: é aí que entra Camus.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10–18 min. Camus escreve durante a Segunda Guerra Mundial. Feliz não quer dizer contente: quer dizer que Sísifo, ao descer para ir buscar a pedra, sabe exatamente o que lhe acontece e, mesmo assim, não desiste. Perguntar: «Que pedras empurramos todos os dias?» (escola, trabalho, cuidar de alguém, treinar um papel).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18–33 min. Espaço livre. O professor marca os 30 segundos. O objetivo é sentir que a mesma tarefa muda com o sentido que lhe damos, que é a tese de Camus. Fechar com a linha (sim / depende / não) na sala: «É possível imaginar Sísifo feliz?» Pedir uma justificação por zona.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33–43 min. Marina Abramović (Belgrado, 1946) é uma das artistas que definiram a performance: o corpo da artista é o material da obra. Contar com cuidado o que aconteceu: ao longo das horas, o público passou de gestos inofensivos a gestos agressivos (cortaram-lhe a roupa, feriram-na) e houve quem a defendesse. Quando ela se mexeu no fim, as pessoas afastaram-se. Não mostrar imagens fortes sem avisar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43–50 min. Discussão em plenário. Ligar ao artigo 1.º da DUDH, que vem da aula de apresentação. Os que «só veem» são a parte mais interessante da discussão: o espetador também é responsável? Corte possível aqui se a aula tiver 50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50–57 min. Se houver tempo, mostrar um excerto do documentário «Marina Abramović: The Artist Is Present» (Matthew Akers, 2012), por exemplo o momento em que Ulay, o ex-companheiro e parceiro de trabalho, se senta à frente dela. Contraste com Rhythm 0: aqui ela não está à mercê de ninguém, está apenas presente. Pergunta: «Porque é que olhar alguém nos olhos, em silêncio, é tão difícil?»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57–67 min. Atividade voluntária: ninguém é obrigado a olhar. Fazer duas rondas, trocando de par. Recolher as palavras no quadro (desconforto, riso, calma, vergonha, ligação). Ligar a This is Water: estar presente é o contrário do modo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67–85 min. Cada grupo escreve uma ou duas perguntas e lê-as. Critério: a pergunta não se responde com sim ou não nem com cinco minutos de pesquisa. As perguntas ficam registadas: são candidatas ao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85–100 min. Escrita individual no diário de investigação. Recolher as perguntas do projeto: na próxima aula formam-se os grupos a partir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Kitty Genovese liga as duas aulas: é uma história sobre quem só vê (como em Rhythm 0) e também um caso de informação errada, corrigida 52 anos depois. O caso envolve violência sexual e homicídio: contar com cuidado. Ai Weiwei leva a dignidade para fora da sala: Law of the Journey esteve na Cordoaria Nacional, em Lisboa, na exposição Rapture (2021).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Rhythm 0 tem imagens fortes; ver o material antes de o mostrar e avisar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Rhythm 0 tem imagens fortes; ver o material antes de o mostrar e avisar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CIDADANIA I · AULA 2 · O QUE SOMOS · INTP26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CIDADANIA I · AULA 2 · O QUE SOMOS · INTP26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pt.wikipedia.org/wiki/S%C3%ADsifo" TargetMode="External"/><Relationship Id="rId2" Type="http://schemas.openxmlformats.org/officeDocument/2006/relationships/hyperlink" Target="https://en.wikipedia.org/wiki/Rhythm_0" TargetMode="External"/><Relationship Id="rId3" Type="http://schemas.openxmlformats.org/officeDocument/2006/relationships/hyperlink" Target="https://www.moma.org/audio/3118" TargetMode="External"/><Relationship Id="rId4" Type="http://schemas.openxmlformats.org/officeDocument/2006/relationships/hyperlink" Target="https://www.moma.org/documents/moma_press-release_387201.pdf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oma.org/calendar/exhibitions/1494" TargetMode="External"/><Relationship Id="rId2" Type="http://schemas.openxmlformats.org/officeDocument/2006/relationships/hyperlink" Target="https://en.wikipedia.org/wiki/Murder_of_Kitty_Genovese" TargetMode="External"/><Relationship Id="rId3" Type="http://schemas.openxmlformats.org/officeDocument/2006/relationships/hyperlink" Target="https://lissongallery.com/news/rapture-a-major-exhibition-by-ai-weiwei-opens-at-cordoaria-nacional-in-lisbon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CIDADANIA I · SER-SE HUMANO: INVESTIGAÇÃO E INFORMAÇÃO · AULA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SOMOS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Sísifo e Camus · Marina Abramović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508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 · 5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 ERA A TUA ÁGUA?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18488"/>
            <a:ext cx="2331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CAVERNA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Tomamos sombras por coisas.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8980" y="150876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618488"/>
            <a:ext cx="2331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GRUTA NA ÓPERA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arte põe a caverna à vista de todos.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26060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18488"/>
            <a:ext cx="2331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ÁGUA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vemos aquilo em que vivemos.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alunos leem a saída da aula passada. A turma diz se aquilo é mesmo «água».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59562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· O MITO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SÍSIFO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 flipH="1">
            <a:off x="4937760" y="1463040"/>
            <a:ext cx="3749040" cy="2560320"/>
          </a:xfrm>
          <a:prstGeom prst="rtTriangle">
            <a:avLst/>
          </a:prstGeom>
          <a:solidFill>
            <a:srgbClr val="EDEFE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783080"/>
            <a:ext cx="777240" cy="777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532120" y="2514600"/>
            <a:ext cx="777240" cy="502920"/>
          </a:xfrm>
          <a:prstGeom prst="line">
            <a:avLst/>
          </a:prstGeom>
          <a:noFill/>
          <a:ln w="31750">
            <a:solidFill>
              <a:srgbClr val="2F6F7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" y="14630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 de Corinto, enganou os deuses e até a morte.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Castigo: empurrar uma pedra até ao cimo de uma montanha.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 chega lá acima, a pedra rola de volta. E ele recomeça. Para sempre.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já na Odisseia de Homero, canto XI.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3350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CAMUS · 1942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2801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78992"/>
            <a:ext cx="7726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própria luta para atingir os píncaros basta para encher um coração de homem. É preciso imaginar Sísifo feliz.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b="1" spc="10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 CAMUS, O MITO DE SÍSIFO (1942), ÚLTIMAS LINHAS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Absurdo: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queremos sentido e o mundo não responde.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de Camus: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fugir, viver com lucidez e fazer da pedra a nossa coisa.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68249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CENA · 15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SÍSIFOS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DESESPERADO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pedra é um castigo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INDIFERENTE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pedra é só rotina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508760"/>
            <a:ext cx="502920" cy="502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FELIZ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pedra é minha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silêncio, cada um empurra uma pedra imaginária durante 30 segundos, três vezes, uma por versão.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Depois, em pares: o que mudou no corpo de uma versão para a outra? A pedra era a mesma.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22037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· NÁPOLES, 1974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RHYTHM 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FC4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horas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imóvel, no Studio Morra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554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FC4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 objetos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cima de uma mesa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554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FC4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instrução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usem-nos em mim como quiserem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os objetos havia uma rosa, uma pena, perfume, pão e vinho, mas também uma tesoura, uma faca e uma pistola com uma bala.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FAZEMOS AO OUTRO QUANDO NÃO HÁ REGRAS?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01368"/>
            <a:ext cx="3703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OBRA MOSTROU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alguém se torna objeto, há quem o proteja e há quem abuse. E muitos limitam-se a ver.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39776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801368"/>
            <a:ext cx="3703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LEI DIZ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«Todos os seres humanos nascem livres e iguais em dignidade e em direitos.» (DUDH, art. 1.º)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dignidade depende de a outra pessoa a respeitar? E tu, em que grupo estarias: os que protegem, os que abusam ou os que veem?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307238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· MOMA, NOVA IORQUE, 2010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ARTIST IS PRESENT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0" y="1828800"/>
            <a:ext cx="6400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783080"/>
            <a:ext cx="9144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828800"/>
            <a:ext cx="6400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PESSOA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quase três meses, Abramović esteve sentada, em silêncio, no átrio do museu.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quisesse sentava-se à frente dela e olhava-a nos olhos o tempo que quisesse.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todo, mais de 736 horas. Houve quem chorasse, quem risse, quem não aguentasse um minuto.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68249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CENA · 10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 MINUTO PRESENTE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Pares, frente a frente, em duas cadeiras. Um minuto de silêncio, a olhar o outro nos olhos.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quiser olhar pode ser o guarda do tempo, ou olhar para as mãos do colega.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Depois, cada um escreve uma palavra para o que sentiu. Só uma.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1920240" cy="1920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1:00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59562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JUNTAR · 15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 HUMANO É…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2331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SÍSIFO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sentido a um esforço que não acaba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572768"/>
            <a:ext cx="2331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 0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depender do modo como os outros nos tratam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572768"/>
            <a:ext cx="2331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ARTIST IS PRESENT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visto, e conseguir olhar o outro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«Pergunta Humana»: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grupos, transformem uma destas ideias numa pergunta que se possa investigar. Exemplo: «Porque é que as pessoas assistem sem intervir quando alguém é humilhado?»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28986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· DIÁRIO DE INVESTIGAÇÃO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 É A TUA PEDRA?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pedra que empurras todos os dias. Consegues imaginar-te feliz a empurrá-la?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 sobre ser-se humano que gostavas de investigar no projeto.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508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DESDOBRAMENTOS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DAQUI, PARA ONDE?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21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71600"/>
            <a:ext cx="2401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SÍSIFO 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26212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65376"/>
            <a:ext cx="2401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Ticiano, Sísifo (1548–1549)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Museo del Prado, em Madrid: o corpo dobrado sob a pedra.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 Camus, A Peste (1947)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cidade fechada por uma epidemia: a revolta deixa de ser de um e passa a ser de todos.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61360" y="1371600"/>
            <a:ext cx="2621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1088" y="1371600"/>
            <a:ext cx="2401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RHYTHM 0  →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1360" y="1755648"/>
            <a:ext cx="26212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1088" y="1865376"/>
            <a:ext cx="2401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Yoko Ono, Cut Piece (Tóquio, 1964)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anos antes: sentada no palco, deixa o público cortar-lhe a roupa com uma tesoura.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Kitty Genovese (Nova Iorque, 1964)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 origem ao «efeito do espectador». Em 2016, o New York Times admitiu que tinha exagerado o número de testemunhas.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65520" y="1371600"/>
            <a:ext cx="2621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5248" y="1371600"/>
            <a:ext cx="2401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ABRAMOVIĆ  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5520" y="1755648"/>
            <a:ext cx="26212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5248" y="1865376"/>
            <a:ext cx="2401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Law of the Journey (2016)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barco insuflável de 16 metros cheio de figuras humanas: os refugiados. Esteve em Lisboa em 2021.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Human Flow (2017)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Documentário sobre refugiados em 23 países: estar presente diante de quem perdeu tudo.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REFERÊNCIAS E LIGAÇÕES (1/2)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Homero, Odisseia, canto XI. Tradução de Frederico Lourenço.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 Camus, O Mito de Sísifo (Le Mythe de Sisyphe), 1942.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Sísifo (Wikipédia)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pt.wikipedia.org/wiki/S%C3%ADsifo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Abramović, Rhythm 0, 1974 (Wikipédia)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en.wikipedia.org/wiki/Rhythm_0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MoMA, Marina Abramović: The Artist Is Present (2010): guia áudio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www.moma.org/audio/3118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MoMA, comunicado de imprensa da exposição (PDF)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www.moma.org/documents/moma_press-release_387201.pdf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Documentário «Marina Abramović: The Artist Is Present», de Matthew Akers (2012).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REFERÊNCIAS E LIGAÇÕES (2/2)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Declaração Universal dos Direitos Humanos, artigo 1.º (versão portuguesa).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Ticiano, Sísifo, 1548–1549. Museo del Prado, Madrid.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 Camus, A Peste, 1947.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MoMA, Yoko Ono: One Woman Show, 1960–1971 (inclui Cut Piece)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www.moma.org/calendar/exhibitions/1494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Kitty Genovese e a correção do New York Times (Wikipédia)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en.wikipedia.org/wiki/Murder_of_Kitty_Genovese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Rapture, Cordoaria Nacional, Lisboa, 2021 (Lisson Gallery)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lissongallery.com/news/rapture-a-major-exhibition-by-ai-weiwei-opens-at-cordoaria-nacional-in-lisbon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Human Flow, documentário, 2017.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 Firme">
  <a:themeElements>
    <a:clrScheme name="Terra Firme">
      <a:dk1>
        <a:srgbClr val="000000"/>
      </a:dk1>
      <a:lt1>
        <a:srgbClr val="FFFFFF"/>
      </a:lt1>
      <a:dk2>
        <a:srgbClr val="1A1A1A"/>
      </a:dk2>
      <a:lt2>
        <a:srgbClr val="EDEFEF"/>
      </a:lt2>
      <a:accent1>
        <a:srgbClr val="2F6F7A"/>
      </a:accent1>
      <a:accent2>
        <a:srgbClr val="7FC4CF"/>
      </a:accent2>
      <a:accent3>
        <a:srgbClr val="595959"/>
      </a:accent3>
      <a:accent4>
        <a:srgbClr val="BFBFBF"/>
      </a:accent4>
      <a:accent5>
        <a:srgbClr val="000000"/>
      </a:accent5>
      <a:accent6>
        <a:srgbClr val="FFFFFF"/>
      </a:accent6>
      <a:hlink>
        <a:srgbClr val="2F6F7A"/>
      </a:hlink>
      <a:folHlink>
        <a:srgbClr val="595959"/>
      </a:folHlink>
    </a:clrScheme>
    <a:fontScheme name="Terra Firm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EPI - Escola Profissional de Imagem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Cidadania I · Aula 2 · O que somos</dc:title>
  <dc:subject>PptxGenJS Presentation</dc:subject>
  <dc:creator>Pedro Fernandes</dc:creator>
  <cp:lastModifiedBy>Pedro Fernandes</cp:lastModifiedBy>
  <cp:revision>1</cp:revision>
  <dcterms:created xsi:type="dcterms:W3CDTF">2026-10-07T11:56:20Z</dcterms:created>
  <dcterms:modified xsi:type="dcterms:W3CDTF">2026-10-07T11:56:20Z</dcterms:modified>
</cp:coreProperties>
</file>